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0.png"/><Relationship Id="rId9" Type="http://schemas.openxmlformats.org/officeDocument/2006/relationships/image" Target="../media/image9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" Type="http://schemas.openxmlformats.org/officeDocument/2006/relationships/image" Target="../media/image12.png"/><Relationship Id="rId13" Type="http://schemas.openxmlformats.org/officeDocument/2006/relationships/image" Target="../media/image13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300">
                <a:solidFill>
                  <a:srgbClr val="252525"/>
                </a:solidFill>
              </a:rPr>
              <a:t>보</a:t>
            </a:r>
            <a:r>
              <a:rPr lang="en-US" sz="3300">
                <a:solidFill>
                  <a:srgbClr val="252525"/>
                </a:solidFill>
              </a:rPr>
              <a:t>배드림 차량 카테고리 수정안</a:t>
            </a:r>
          </a:p>
          <a:p>
            <a:r>
              <a:rPr lang="en-US" sz="5000"/>
              <a:t>  </a:t>
            </a:r>
          </a:p>
          <a:p>
            <a:r>
              <a:rPr lang="en-US" sz="3300">
                <a:solidFill>
                  <a:srgbClr val="252525"/>
                </a:solidFill>
              </a:rPr>
              <a:t>초톳 카테고리 방식. 동일하게</a:t>
            </a:r>
          </a:p>
          <a:p>
            <a:r>
              <a:rPr lang="en-US" sz="3300">
                <a:solidFill>
                  <a:srgbClr val="252525"/>
                </a:solidFill>
              </a:rPr>
              <a:t>초톳링크</a:t>
            </a:r>
          </a:p>
          <a:p>
            <a:r>
              <a:rPr lang="en-US" sz="3300">
                <a:solidFill>
                  <a:srgbClr val="252525"/>
                </a:solidFill>
              </a:rPr>
              <a:t>https://xe.chotot.com/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300">
                <a:solidFill>
                  <a:srgbClr val="252525"/>
                </a:solidFill>
              </a:rPr>
              <a:t>카테고리는 아이콘형</a:t>
            </a:r>
          </a:p>
          <a:p>
            <a:r>
              <a:rPr lang="en-US" sz="3300">
                <a:solidFill>
                  <a:srgbClr val="252525"/>
                </a:solidFill>
              </a:rPr>
              <a:t>하위는 알약칩</a:t>
            </a:r>
          </a:p>
          <a:p>
            <a:r>
              <a:rPr lang="en-US" sz="5000"/>
              <a:t>  </a:t>
            </a:r>
          </a:p>
          <a:p>
            <a:r>
              <a:rPr lang="en-US" sz="3300">
                <a:solidFill>
                  <a:srgbClr val="252525"/>
                </a:solidFill>
              </a:rPr>
              <a:t>아이콘 노션 링크</a:t>
            </a:r>
          </a:p>
          <a:p>
            <a:r>
              <a:rPr lang="en-US" sz="3300">
                <a:solidFill>
                  <a:srgbClr val="252525"/>
                </a:solidFill>
              </a:rPr>
              <a:t>중고차</a:t>
            </a:r>
          </a:p>
          <a:p>
            <a:r>
              <a:rPr lang="en-US" sz="3300"/>
              <a:t>https://app.notion.com/p/3edee9c4b606817483d6dc3e681815c4?source=copy_link</a:t>
            </a:r>
          </a:p>
          <a:p>
            <a:r>
              <a:rPr lang="en-US" sz="5000"/>
              <a:t>  </a:t>
            </a:r>
          </a:p>
          <a:p>
            <a:r>
              <a:rPr lang="en-US" sz="3300"/>
              <a:t>트럭/특장차</a:t>
            </a:r>
          </a:p>
          <a:p>
            <a:r>
              <a:rPr lang="en-US" sz="3300"/>
              <a:t>https://app.notion.com/p/1e3ee9c4b606838ea0f0018eeac492a9?source=copy_link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1765300"/>
            <a:ext cx="11887200" cy="152908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300"/>
              <a:t>캠핑카</a:t>
            </a:r>
          </a:p>
          <a:p>
            <a:r>
              <a:rPr lang="en-US" sz="3300"/>
              <a:t>https://app.notion.com/p/d6eee9c4b60683d1ba1381469e7f2a51?source=copy_link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300">
                <a:solidFill>
                  <a:srgbClr val="252525"/>
                </a:solidFill>
              </a:rPr>
              <a:t>바이크</a:t>
            </a:r>
          </a:p>
          <a:p>
            <a:r>
              <a:rPr lang="en-US" sz="3300"/>
              <a:t>https://app.notion.com/p/4f3ee9c4b606838482d48139c13139cc?source=copy_link</a:t>
            </a:r>
          </a:p>
          <a:p>
            <a:r>
              <a:rPr lang="en-US" sz="5000"/>
              <a:t>  </a:t>
            </a:r>
          </a:p>
          <a:p>
            <a:r>
              <a:rPr lang="en-US" sz="3300">
                <a:solidFill>
                  <a:srgbClr val="252525"/>
                </a:solidFill>
              </a:rPr>
              <a:t>건설기계</a:t>
            </a:r>
          </a:p>
          <a:p>
            <a:r>
              <a:rPr lang="en-US" sz="3300"/>
              <a:t>https://app.notion.com/p/7a1ee9c4b60683a8a319813185abe664?source=copy_link</a:t>
            </a:r>
          </a:p>
          <a:p>
            <a:r>
              <a:rPr lang="en-US" sz="5000"/>
              <a:t>  </a:t>
            </a:r>
          </a:p>
          <a:p>
            <a:r>
              <a:rPr lang="en-US" sz="3300">
                <a:solidFill>
                  <a:srgbClr val="252525"/>
                </a:solidFill>
              </a:rPr>
              <a:t>자재운반장비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711200"/>
            <a:ext cx="11887200" cy="163449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300"/>
              <a:t>https://app.notion.com/p/851ee9c4b6068282af43014065e95d2f?source=copy_link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300">
                <a:solidFill>
                  <a:srgbClr val="252525"/>
                </a:solidFill>
              </a:rPr>
              <a:t>부품/용품</a:t>
            </a:r>
          </a:p>
          <a:p>
            <a:r>
              <a:rPr lang="en-US" sz="3300"/>
              <a:t>https://app.notion.com/p/3c3ee9c4b60680b8b44ef34cbbfbafb3?source=copy_link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300">
                <a:solidFill>
                  <a:srgbClr val="252525"/>
                </a:solidFill>
              </a:rPr>
              <a:t>1.중고차</a:t>
            </a:r>
          </a:p>
          <a:p>
            <a:r>
              <a:rPr lang="en-US" sz="3300">
                <a:solidFill>
                  <a:srgbClr val="252525"/>
                </a:solidFill>
              </a:rPr>
              <a:t>전체차량</a:t>
            </a:r>
          </a:p>
          <a:p>
            <a:r>
              <a:rPr lang="en-US" sz="3300">
                <a:solidFill>
                  <a:srgbClr val="252525"/>
                </a:solidFill>
              </a:rPr>
              <a:t>국산차</a:t>
            </a:r>
          </a:p>
          <a:p>
            <a:r>
              <a:rPr lang="en-US" sz="3300">
                <a:solidFill>
                  <a:srgbClr val="252525"/>
                </a:solidFill>
              </a:rPr>
              <a:t>수입차</a:t>
            </a:r>
          </a:p>
          <a:p>
            <a:r>
              <a:rPr lang="en-US" sz="3300">
                <a:solidFill>
                  <a:srgbClr val="252525"/>
                </a:solidFill>
              </a:rPr>
              <a:t>전기차</a:t>
            </a:r>
          </a:p>
          <a:p>
            <a:r>
              <a:rPr lang="en-US" sz="3300">
                <a:solidFill>
                  <a:srgbClr val="252525"/>
                </a:solidFill>
              </a:rPr>
              <a:t>리스/렌트차량</a:t>
            </a:r>
          </a:p>
          <a:p>
            <a:r>
              <a:rPr lang="en-US" sz="3300">
                <a:solidFill>
                  <a:srgbClr val="252525"/>
                </a:solidFill>
              </a:rPr>
              <a:t>올드카</a:t>
            </a:r>
          </a:p>
          <a:p>
            <a:r>
              <a:rPr lang="en-US" sz="3300">
                <a:solidFill>
                  <a:srgbClr val="252525"/>
                </a:solidFill>
              </a:rPr>
              <a:t>럭셔리카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300">
                <a:solidFill>
                  <a:srgbClr val="252525"/>
                </a:solidFill>
              </a:rPr>
              <a:t>슈퍼카</a:t>
            </a:r>
          </a:p>
          <a:p>
            <a:r>
              <a:rPr lang="en-US" sz="3300">
                <a:solidFill>
                  <a:srgbClr val="252525"/>
                </a:solidFill>
              </a:rPr>
              <a:t>브랜드 인증중고차</a:t>
            </a:r>
          </a:p>
          <a:p>
            <a:r>
              <a:rPr lang="en-US" sz="3300">
                <a:solidFill>
                  <a:srgbClr val="252525"/>
                </a:solidFill>
              </a:rPr>
              <a:t>매매단지별 검색</a:t>
            </a:r>
          </a:p>
          <a:p>
            <a:r>
              <a:rPr lang="en-US" sz="3300">
                <a:solidFill>
                  <a:srgbClr val="252525"/>
                </a:solidFill>
              </a:rPr>
              <a:t>팔린매물</a:t>
            </a:r>
          </a:p>
          <a:p>
            <a:r>
              <a:rPr lang="en-US" sz="3300">
                <a:solidFill>
                  <a:srgbClr val="252525"/>
                </a:solidFill>
              </a:rPr>
              <a:t>장애인차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300">
                <a:solidFill>
                  <a:srgbClr val="252525"/>
                </a:solidFill>
              </a:rPr>
              <a:t>2.트럭/특장</a:t>
            </a:r>
          </a:p>
          <a:p>
            <a:r>
              <a:rPr lang="en-US" sz="3300">
                <a:solidFill>
                  <a:srgbClr val="252525"/>
                </a:solidFill>
              </a:rPr>
              <a:t>트럭 특장 카테고리 추가</a:t>
            </a:r>
          </a:p>
          <a:p>
            <a:r>
              <a:rPr lang="en-US" sz="5000"/>
              <a:t>  </a:t>
            </a:r>
          </a:p>
          <a:p>
            <a:r>
              <a:rPr lang="en-US" sz="3300">
                <a:solidFill>
                  <a:srgbClr val="252525"/>
                </a:solidFill>
              </a:rPr>
              <a:t>3. 바이크</a:t>
            </a:r>
          </a:p>
          <a:p>
            <a:r>
              <a:rPr lang="en-US" sz="5000"/>
              <a:t>  </a:t>
            </a:r>
          </a:p>
          <a:p>
            <a:r>
              <a:rPr lang="en-US" sz="3300">
                <a:solidFill>
                  <a:srgbClr val="252525"/>
                </a:solidFill>
              </a:rPr>
              <a:t>4. 캠핑카</a:t>
            </a:r>
          </a:p>
          <a:p>
            <a:r>
              <a:rPr lang="en-US" sz="3300">
                <a:solidFill>
                  <a:srgbClr val="252525"/>
                </a:solidFill>
              </a:rPr>
              <a:t>전체</a:t>
            </a:r>
          </a:p>
          <a:p>
            <a:r>
              <a:rPr lang="en-US" sz="3300">
                <a:solidFill>
                  <a:srgbClr val="252525"/>
                </a:solidFill>
              </a:rPr>
              <a:t>모터홈</a:t>
            </a:r>
          </a:p>
          <a:p>
            <a:r>
              <a:rPr lang="en-US" sz="3300">
                <a:solidFill>
                  <a:srgbClr val="252525"/>
                </a:solidFill>
              </a:rPr>
              <a:t>캐러밴</a:t>
            </a:r>
          </a:p>
          <a:p>
            <a:r>
              <a:rPr lang="en-US" sz="5000"/>
              <a:t>  </a:t>
            </a:r>
          </a:p>
          <a:p>
            <a:r>
              <a:rPr lang="en-US" sz="3300">
                <a:solidFill>
                  <a:srgbClr val="252525"/>
                </a:solidFill>
              </a:rPr>
              <a:t>5 .건설기계</a:t>
            </a:r>
          </a:p>
          <a:p>
            <a:r>
              <a:rPr lang="en-US" sz="5000"/>
              <a:t>  </a:t>
            </a:r>
          </a:p>
          <a:p>
            <a:r>
              <a:rPr lang="en-US" sz="3300">
                <a:solidFill>
                  <a:srgbClr val="252525"/>
                </a:solidFill>
              </a:rPr>
              <a:t>6. 자재운반장비</a:t>
            </a:r>
          </a:p>
          <a:p>
            <a:r>
              <a:rPr lang="en-US" sz="5000"/>
              <a:t>  </a:t>
            </a:r>
          </a:p>
          <a:p>
            <a:r>
              <a:rPr lang="en-US" sz="3300">
                <a:solidFill>
                  <a:srgbClr val="252525"/>
                </a:solidFill>
              </a:rPr>
              <a:t>7.부품/용품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300">
                <a:solidFill>
                  <a:srgbClr val="252525"/>
                </a:solidFill>
              </a:rPr>
              <a:t/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6451600" y="317500"/>
            <a:ext cx="3187700" cy="6921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300">
                <a:solidFill>
                  <a:srgbClr val="252525"/>
                </a:solidFill>
              </a:rPr>
              <a:t/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6451600" y="317500"/>
            <a:ext cx="3187700" cy="6921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1600" y="7429500"/>
            <a:ext cx="3187700" cy="6921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300">
                <a:solidFill>
                  <a:srgbClr val="252525"/>
                </a:solidFill>
              </a:rPr>
              <a:t/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6451600" y="317500"/>
            <a:ext cx="3187700" cy="6921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6451600" y="7429500"/>
            <a:ext cx="3187700" cy="6921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